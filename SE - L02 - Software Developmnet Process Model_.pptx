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71" d="100"/>
          <a:sy n="71" d="100"/>
        </p:scale>
        <p:origin x="66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  <pc:docChgLst>
    <pc:chgData name="MEHEDI HASAN" userId="d3a49485-748c-405e-adef-1772c6390358" providerId="ADAL" clId="{EE71A5B8-3857-4630-AAA7-7AB22CAEDA24}"/>
    <pc:docChg chg="modSld">
      <pc:chgData name="MEHEDI HASAN" userId="d3a49485-748c-405e-adef-1772c6390358" providerId="ADAL" clId="{EE71A5B8-3857-4630-AAA7-7AB22CAEDA24}" dt="2025-11-01T17:38:29.816" v="6" actId="1076"/>
      <pc:docMkLst>
        <pc:docMk/>
      </pc:docMkLst>
      <pc:sldChg chg="delSp modSp mod">
        <pc:chgData name="MEHEDI HASAN" userId="d3a49485-748c-405e-adef-1772c6390358" providerId="ADAL" clId="{EE71A5B8-3857-4630-AAA7-7AB22CAEDA24}" dt="2025-11-01T17:38:29.816" v="6" actId="1076"/>
        <pc:sldMkLst>
          <pc:docMk/>
          <pc:sldMk cId="2664565021" sldId="256"/>
        </pc:sldMkLst>
        <pc:spChg chg="del mod">
          <ac:chgData name="MEHEDI HASAN" userId="d3a49485-748c-405e-adef-1772c6390358" providerId="ADAL" clId="{EE71A5B8-3857-4630-AAA7-7AB22CAEDA24}" dt="2025-11-01T17:38:01.636" v="5"/>
          <ac:spMkLst>
            <pc:docMk/>
            <pc:sldMk cId="2664565021" sldId="256"/>
            <ac:spMk id="4" creationId="{20B9FA1C-4DA2-8243-927D-F366802C38D3}"/>
          </ac:spMkLst>
        </pc:spChg>
        <pc:spChg chg="mod">
          <ac:chgData name="MEHEDI HASAN" userId="d3a49485-748c-405e-adef-1772c6390358" providerId="ADAL" clId="{EE71A5B8-3857-4630-AAA7-7AB22CAEDA24}" dt="2025-11-01T17:38:29.816" v="6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EHEDI HASAN" userId="d3a49485-748c-405e-adef-1772c6390358" providerId="ADAL" clId="{EE71A5B8-3857-4630-AAA7-7AB22CAEDA24}" dt="2025-11-01T17:31:40.958" v="1" actId="478"/>
          <ac:picMkLst>
            <pc:docMk/>
            <pc:sldMk cId="2664565021" sldId="256"/>
            <ac:picMk id="2" creationId="{CE63CACF-36DE-9C52-3964-4DA46A7E16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hedi.cs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247932" y="3715404"/>
            <a:ext cx="3557012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Mehedi Hasan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 dirty="0">
                <a:solidFill>
                  <a:schemeClr val="tx1"/>
                </a:solidFill>
                <a:hlinkClick r:id="rId3"/>
              </a:rPr>
              <a:t>mehedi.cs@aiub.edu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664</Words>
  <Application>Microsoft Office PowerPoint</Application>
  <PresentationFormat>Widescreen</PresentationFormat>
  <Paragraphs>87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MEHEDI HASAN</cp:lastModifiedBy>
  <cp:revision>25</cp:revision>
  <dcterms:created xsi:type="dcterms:W3CDTF">2019-05-13T08:37:20Z</dcterms:created>
  <dcterms:modified xsi:type="dcterms:W3CDTF">2025-11-01T17:38:31Z</dcterms:modified>
</cp:coreProperties>
</file>