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300" r:id="rId9"/>
    <p:sldId id="298" r:id="rId10"/>
    <p:sldId id="307" r:id="rId11"/>
    <p:sldId id="308" r:id="rId12"/>
    <p:sldId id="309" r:id="rId13"/>
    <p:sldId id="310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71" d="100"/>
          <a:sy n="71" d="100"/>
        </p:scale>
        <p:origin x="57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EDI HASAN" userId="d3a49485-748c-405e-adef-1772c6390358" providerId="ADAL" clId="{AAE505BB-EBB3-4624-AADF-7A2617F5BC84}"/>
    <pc:docChg chg="custSel modSld">
      <pc:chgData name="MEHEDI HASAN" userId="d3a49485-748c-405e-adef-1772c6390358" providerId="ADAL" clId="{AAE505BB-EBB3-4624-AADF-7A2617F5BC84}" dt="2025-11-01T17:31:17.645" v="37"/>
      <pc:docMkLst>
        <pc:docMk/>
      </pc:docMkLst>
      <pc:sldChg chg="delSp modSp mod">
        <pc:chgData name="MEHEDI HASAN" userId="d3a49485-748c-405e-adef-1772c6390358" providerId="ADAL" clId="{AAE505BB-EBB3-4624-AADF-7A2617F5BC84}" dt="2025-11-01T17:31:17.645" v="37"/>
        <pc:sldMkLst>
          <pc:docMk/>
          <pc:sldMk cId="2664565021" sldId="256"/>
        </pc:sldMkLst>
        <pc:spChg chg="del mod">
          <ac:chgData name="MEHEDI HASAN" userId="d3a49485-748c-405e-adef-1772c6390358" providerId="ADAL" clId="{AAE505BB-EBB3-4624-AADF-7A2617F5BC84}" dt="2025-11-01T17:31:17.645" v="37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MEHEDI HASAN" userId="d3a49485-748c-405e-adef-1772c6390358" providerId="ADAL" clId="{AAE505BB-EBB3-4624-AADF-7A2617F5BC84}" dt="2025-11-01T17:31:05.617" v="32" actId="20577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EHEDI HASAN" userId="d3a49485-748c-405e-adef-1772c6390358" providerId="ADAL" clId="{AAE505BB-EBB3-4624-AADF-7A2617F5BC84}" dt="2025-11-01T17:31:17.639" v="35" actId="478"/>
          <ac:picMkLst>
            <pc:docMk/>
            <pc:sldMk cId="2664565021" sldId="256"/>
            <ac:picMk id="2" creationId="{344270E6-900A-ECC5-70F8-9779BC90F146}"/>
          </ac:picMkLst>
        </pc:picChg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hedi.cs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9170807" y="3599399"/>
            <a:ext cx="286032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Mehedi Hasan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mehedi.cs@aiub.edu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1106</Words>
  <Application>Microsoft Office PowerPoint</Application>
  <PresentationFormat>Widescreen</PresentationFormat>
  <Paragraphs>130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MEHEDI HASAN</cp:lastModifiedBy>
  <cp:revision>49</cp:revision>
  <dcterms:created xsi:type="dcterms:W3CDTF">2019-05-13T08:37:20Z</dcterms:created>
  <dcterms:modified xsi:type="dcterms:W3CDTF">2025-11-01T17:31:19Z</dcterms:modified>
</cp:coreProperties>
</file>